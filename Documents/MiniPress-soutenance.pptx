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MiniPress.core. Insister : CMS headless dockerisé, deux composants séparés (admin HTML + API JSON) dans deux conteneurs. Architecture découplée Action/Service/ORM. Sécurité : CSRF sur les formulaires, bcrypt pour les mots de passe, Eloquent contre l'injection SQL, Twig échappe le HTML (XSS). Toutes les fonctionnalités sont faites, y compris les étendues (publication, tri API).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MiniPress.web. Webapp TypeScript qui consomme l'API. Modules ES6 séparés (api/ui/types/main). C'est le client qui convertit le Markdown en HTML avec marked. Tout en asynchrone (fetch + promesses) avec gestion d'erreurs. Tri et filtrage (titre, titre+résumé) faits.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MiniPress.app. Application Flutter master/détail qui consomme la même API. Modules séparés models/services/screens/widgets. Appels asynchrones via Future et FutureBuilder. Tri par date et recherche par titre/résumé faits.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MiniPress</a:t>
            </a:r>
            <a:pPr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SAE S4 DWM — Atelier de développement d’application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0704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376" y="829544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640080"/>
            <a:ext cx="10588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MiniPress.core — Backend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316736" y="1060704"/>
            <a:ext cx="10588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virtualisation — CMS « headless » dockerisé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: Cinar · Peiro · Santilli · Schmitt    ·    Déployé sur docketu.iutnc.univ-lorraine.fr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481328"/>
            <a:ext cx="799186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81328"/>
            <a:ext cx="7991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384402" y="1481328"/>
            <a:ext cx="724205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4402" y="1481328"/>
            <a:ext cx="724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236622" y="148132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36622" y="1481328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538728" y="1481328"/>
            <a:ext cx="724205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38728" y="1481328"/>
            <a:ext cx="724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Twig 3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90949" y="1481328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90949" y="14813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43093" y="1481328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43093" y="1481328"/>
            <a:ext cx="13240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1993392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8368" y="2176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99" y="2264603"/>
            <a:ext cx="207386" cy="20738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8872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articles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188720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1 – 5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13232" y="2706624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d’un article en Markdown (titre, résumé, contenu, date auto)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catégorie à la création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triée par date inverse · filtrage par catégorie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catégories</a:t>
            </a:r>
            <a:endParaRPr lang="en-US" sz="1120" dirty="0"/>
          </a:p>
        </p:txBody>
      </p:sp>
      <p:sp>
        <p:nvSpPr>
          <p:cNvPr id="27" name="Shape 23"/>
          <p:cNvSpPr/>
          <p:nvPr/>
        </p:nvSpPr>
        <p:spPr>
          <a:xfrm>
            <a:off x="6217920" y="1993392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419088" y="2176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19" y="2264603"/>
            <a:ext cx="207386" cy="20738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4944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Utilisateurs &amp; contrôle d’accès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6949440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6 – 8, 15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473952" y="2706624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e-mail / mot de passe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créations réservé aux utilisateurs inscrits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rattaché automatiquement à chaque article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comptes par l’administrateur</a:t>
            </a:r>
            <a:endParaRPr lang="en-US" sz="1120" dirty="0"/>
          </a:p>
        </p:txBody>
      </p:sp>
      <p:sp>
        <p:nvSpPr>
          <p:cNvPr id="33" name="Shape 28"/>
          <p:cNvSpPr/>
          <p:nvPr/>
        </p:nvSpPr>
        <p:spPr>
          <a:xfrm>
            <a:off x="457200" y="3803904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58368" y="39867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99" y="4075115"/>
            <a:ext cx="207386" cy="2073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8872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JSON publique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1188720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9 – 13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713232" y="4517136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/api/categories   ·   /api/articles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/api/categories/{id}/articles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/api/articles/{id}   ·   /api/auteurs/{id}/articles</a:t>
            </a:r>
            <a:endParaRPr lang="en-US" sz="1120" dirty="0"/>
          </a:p>
        </p:txBody>
      </p:sp>
      <p:sp>
        <p:nvSpPr>
          <p:cNvPr id="39" name="Shape 33"/>
          <p:cNvSpPr/>
          <p:nvPr/>
        </p:nvSpPr>
        <p:spPr>
          <a:xfrm>
            <a:off x="6217920" y="3803904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6419088" y="39867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419" y="4075115"/>
            <a:ext cx="207386" cy="20738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4944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étendues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6949440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14, 16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6473952" y="4517136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/ dépublication des articles depuis l’admin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 l’API : date-asc, date-desc, auteur</a:t>
            </a:r>
            <a:endParaRPr lang="en-US" sz="1120" dirty="0"/>
          </a:p>
        </p:txBody>
      </p:sp>
      <p:sp>
        <p:nvSpPr>
          <p:cNvPr id="45" name="Shape 38"/>
          <p:cNvSpPr/>
          <p:nvPr/>
        </p:nvSpPr>
        <p:spPr>
          <a:xfrm>
            <a:off x="457200" y="5650992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58368" y="58155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907024"/>
            <a:ext cx="201168" cy="20116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234440" y="5650992"/>
            <a:ext cx="10287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évalués   </a:t>
            </a:r>
            <a:pPr indent="0" marL="0">
              <a:buNone/>
            </a:pPr>
            <a:r>
              <a:rPr lang="en-US" sz="11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Découplage Action → Service → ORM (single-action, PSR-4) · CSRF, mots de passe bcrypt, anti-injection SQL (Eloquent) &amp; XSS (Twig) · 5 services Docker, api &amp; admin isolés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MiniPress</a:t>
            </a:r>
            <a:pPr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SAE S4 DWM — Atelier de développement d’application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0704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658368" cy="658368"/>
          </a:xfrm>
          <a:prstGeom prst="ellipse">
            <a:avLst/>
          </a:prstGeom>
          <a:solidFill>
            <a:srgbClr val="0B6E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376" y="829544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640080"/>
            <a:ext cx="10588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MiniPress.web — Application web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316736" y="1060704"/>
            <a:ext cx="10588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client JavaScript — consommation de l’API JSON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: Cinar · Peiro · Santilli · Schmitt    ·    Déployé sur docketu.iutnc.univ-lorraine.fr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481328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81328"/>
            <a:ext cx="13240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5.4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909267" y="1481328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09267" y="14813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Handlebars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61411" y="1481328"/>
            <a:ext cx="1623974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1411" y="148132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(MD → HTML)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13402" y="1481328"/>
            <a:ext cx="799186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13402" y="1481328"/>
            <a:ext cx="7991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esbuild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40603" y="1481328"/>
            <a:ext cx="949147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0603" y="1481328"/>
            <a:ext cx="9491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1993392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2176272"/>
            <a:ext cx="384048" cy="384048"/>
          </a:xfrm>
          <a:prstGeom prst="ellipse">
            <a:avLst/>
          </a:prstGeom>
          <a:solidFill>
            <a:srgbClr val="0B6E7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99" y="2264603"/>
            <a:ext cx="207386" cy="20738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8872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188720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1, 2, 3, 5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13232" y="2706624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articles en ordre chronologique inverse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catégories dans une zone dédiée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d’une catégorie · articles d’un auteur</a:t>
            </a:r>
            <a:endParaRPr lang="en-US" sz="1120" dirty="0"/>
          </a:p>
        </p:txBody>
      </p:sp>
      <p:sp>
        <p:nvSpPr>
          <p:cNvPr id="25" name="Shape 21"/>
          <p:cNvSpPr/>
          <p:nvPr/>
        </p:nvSpPr>
        <p:spPr>
          <a:xfrm>
            <a:off x="6217920" y="1993392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19088" y="2176272"/>
            <a:ext cx="384048" cy="384048"/>
          </a:xfrm>
          <a:prstGeom prst="ellipse">
            <a:avLst/>
          </a:prstGeom>
          <a:solidFill>
            <a:srgbClr val="0B6E7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19" y="2264603"/>
            <a:ext cx="207386" cy="2073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4944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Affichage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949440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4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73952" y="2706624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complet d’un article sélectionné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Markdown → HTML côté client (marked)</a:t>
            </a:r>
            <a:endParaRPr lang="en-US" sz="1120" dirty="0"/>
          </a:p>
        </p:txBody>
      </p:sp>
      <p:sp>
        <p:nvSpPr>
          <p:cNvPr id="31" name="Shape 26"/>
          <p:cNvSpPr/>
          <p:nvPr/>
        </p:nvSpPr>
        <p:spPr>
          <a:xfrm>
            <a:off x="457200" y="3803904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58368" y="3986784"/>
            <a:ext cx="384048" cy="384048"/>
          </a:xfrm>
          <a:prstGeom prst="ellipse">
            <a:avLst/>
          </a:prstGeom>
          <a:solidFill>
            <a:srgbClr val="0B6E7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99" y="4075115"/>
            <a:ext cx="207386" cy="20738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8872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&amp; filtrage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1188720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6, 7, 8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713232" y="4517136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listes par date (ascendant / descendant)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mot-clé dans le titre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mot-clé dans le titre ou le résumé</a:t>
            </a:r>
            <a:endParaRPr lang="en-US" sz="1120" dirty="0"/>
          </a:p>
        </p:txBody>
      </p:sp>
      <p:sp>
        <p:nvSpPr>
          <p:cNvPr id="37" name="Shape 31"/>
          <p:cNvSpPr/>
          <p:nvPr/>
        </p:nvSpPr>
        <p:spPr>
          <a:xfrm>
            <a:off x="6217920" y="3803904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419088" y="3986784"/>
            <a:ext cx="384048" cy="384048"/>
          </a:xfrm>
          <a:prstGeom prst="ellipse">
            <a:avLst/>
          </a:prstGeom>
          <a:solidFill>
            <a:srgbClr val="0B6E7A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419" y="4075115"/>
            <a:ext cx="207386" cy="20738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94944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technique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6949440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d’évaluation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6473952" y="4517136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ES6 séparés : api · ui · types · main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types TypeScript stricts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promesses, gestion des erreurs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Handlebars · séparation JS / CSS</a:t>
            </a:r>
            <a:endParaRPr lang="en-US" sz="1120" dirty="0"/>
          </a:p>
        </p:txBody>
      </p:sp>
      <p:sp>
        <p:nvSpPr>
          <p:cNvPr id="43" name="Shape 36"/>
          <p:cNvSpPr/>
          <p:nvPr/>
        </p:nvSpPr>
        <p:spPr>
          <a:xfrm>
            <a:off x="457200" y="5650992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58368" y="5815584"/>
            <a:ext cx="384048" cy="384048"/>
          </a:xfrm>
          <a:prstGeom prst="ellipse">
            <a:avLst/>
          </a:prstGeom>
          <a:solidFill>
            <a:srgbClr val="0B6E7A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907024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234440" y="5650992"/>
            <a:ext cx="10287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évalués   </a:t>
            </a:r>
            <a:pPr indent="0" marL="0">
              <a:buNone/>
            </a:pPr>
            <a:r>
              <a:rPr lang="en-US" sz="11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requêtes / affichage / types · typage strict (interfaces, fonctions sur tableaux) · appels asynchrones avec traitement d’erreurs · DOM via templates et écouteurs d’événements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MiniPress</a:t>
            </a:r>
            <a:pPr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SAE S4 DWM — Atelier de développement d’application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0704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658368" cy="658368"/>
          </a:xfrm>
          <a:prstGeom prst="ellipse">
            <a:avLst/>
          </a:prstGeom>
          <a:solidFill>
            <a:srgbClr val="B053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376" y="829544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640080"/>
            <a:ext cx="10588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MiniPress.app — Application mobile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316736" y="1060704"/>
            <a:ext cx="10588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mobile Flutter — interface « master / détail »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: Cinar · Peiro · Santilli · Schmitt    ·    Déployé sur docketu.iutnc.univ-lorraine.fr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481328"/>
            <a:ext cx="799186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81328"/>
            <a:ext cx="7991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384402" y="1481328"/>
            <a:ext cx="574243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4402" y="1481328"/>
            <a:ext cx="5742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086661" y="1481328"/>
            <a:ext cx="574243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86661" y="1481328"/>
            <a:ext cx="5742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88920" y="1481328"/>
            <a:ext cx="1474013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88920" y="1481328"/>
            <a:ext cx="14740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flutter_markdown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90949" y="1481328"/>
            <a:ext cx="124907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90949" y="1481328"/>
            <a:ext cx="12490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FutureBuilder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1993392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2176272"/>
            <a:ext cx="384048" cy="384048"/>
          </a:xfrm>
          <a:prstGeom prst="ellipse">
            <a:avLst/>
          </a:prstGeom>
          <a:solidFill>
            <a:srgbClr val="B0532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99" y="2264603"/>
            <a:ext cx="207386" cy="20738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8872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master / détail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188720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1, 2, 3, 5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13232" y="2706624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articles en ordre chronologique inverse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catégories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d’une catégorie · articles d’un auteur</a:t>
            </a:r>
            <a:endParaRPr lang="en-US" sz="1120" dirty="0"/>
          </a:p>
        </p:txBody>
      </p:sp>
      <p:sp>
        <p:nvSpPr>
          <p:cNvPr id="25" name="Shape 21"/>
          <p:cNvSpPr/>
          <p:nvPr/>
        </p:nvSpPr>
        <p:spPr>
          <a:xfrm>
            <a:off x="6217920" y="1993392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19088" y="2176272"/>
            <a:ext cx="384048" cy="384048"/>
          </a:xfrm>
          <a:prstGeom prst="ellipse">
            <a:avLst/>
          </a:prstGeom>
          <a:solidFill>
            <a:srgbClr val="B0532F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19" y="2264603"/>
            <a:ext cx="207386" cy="2073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4944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Affichage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949440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4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73952" y="2706624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complet d’un article au clic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du contenu Markdown (flutter_markdown)</a:t>
            </a:r>
            <a:endParaRPr lang="en-US" sz="1120" dirty="0"/>
          </a:p>
        </p:txBody>
      </p:sp>
      <p:sp>
        <p:nvSpPr>
          <p:cNvPr id="31" name="Shape 26"/>
          <p:cNvSpPr/>
          <p:nvPr/>
        </p:nvSpPr>
        <p:spPr>
          <a:xfrm>
            <a:off x="457200" y="3803904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58368" y="3986784"/>
            <a:ext cx="384048" cy="384048"/>
          </a:xfrm>
          <a:prstGeom prst="ellipse">
            <a:avLst/>
          </a:prstGeom>
          <a:solidFill>
            <a:srgbClr val="B0532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99" y="4075115"/>
            <a:ext cx="207386" cy="20738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8872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&amp; recherche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1188720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6, 7, 8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713232" y="4517136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listes par date (ascendant / descendant)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mot-clé dans le titre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mot-clé dans le titre ou le résumé</a:t>
            </a:r>
            <a:endParaRPr lang="en-US" sz="1120" dirty="0"/>
          </a:p>
        </p:txBody>
      </p:sp>
      <p:sp>
        <p:nvSpPr>
          <p:cNvPr id="37" name="Shape 31"/>
          <p:cNvSpPr/>
          <p:nvPr/>
        </p:nvSpPr>
        <p:spPr>
          <a:xfrm>
            <a:off x="6217920" y="3803904"/>
            <a:ext cx="548640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419088" y="3986784"/>
            <a:ext cx="384048" cy="384048"/>
          </a:xfrm>
          <a:prstGeom prst="ellipse">
            <a:avLst/>
          </a:prstGeom>
          <a:solidFill>
            <a:srgbClr val="B0532F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419" y="4075115"/>
            <a:ext cx="207386" cy="20738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94944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technique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6949440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d’évaluation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6473952" y="4517136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à rôles séparés : models · services · screens · widgets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constructeurs Dart, widgets dédiés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asynchrones Future + FutureBuilder</a:t>
            </a:r>
            <a:endParaRPr lang="en-US" sz="112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2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(ApiException)</a:t>
            </a:r>
            <a:endParaRPr lang="en-US" sz="1120" dirty="0"/>
          </a:p>
        </p:txBody>
      </p:sp>
      <p:sp>
        <p:nvSpPr>
          <p:cNvPr id="43" name="Shape 36"/>
          <p:cNvSpPr/>
          <p:nvPr/>
        </p:nvSpPr>
        <p:spPr>
          <a:xfrm>
            <a:off x="457200" y="5650992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58368" y="5815584"/>
            <a:ext cx="384048" cy="384048"/>
          </a:xfrm>
          <a:prstGeom prst="ellipse">
            <a:avLst/>
          </a:prstGeom>
          <a:solidFill>
            <a:srgbClr val="B0532F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907024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234440" y="5650992"/>
            <a:ext cx="10287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évalués   </a:t>
            </a:r>
            <a:pPr indent="0" marL="0">
              <a:buNone/>
            </a:pPr>
            <a:r>
              <a:rPr lang="en-US" sz="11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à rôles séparés · spécificités Dart / Flutter · appels asynchrones (Future / FutureBuilder) avec traitement d’erreurs · interface master-détail ergonomique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MiniPress — SAE S4 DWM</dc:title>
  <dc:subject>PptxGenJS Presentation</dc:subject>
  <dc:creator>Groupe MiniPress</dc:creator>
  <cp:lastModifiedBy>Groupe MiniPress</cp:lastModifiedBy>
  <cp:revision>1</cp:revision>
  <dcterms:created xsi:type="dcterms:W3CDTF">2026-06-18T20:19:14Z</dcterms:created>
  <dcterms:modified xsi:type="dcterms:W3CDTF">2026-06-18T20:19:14Z</dcterms:modified>
</cp:coreProperties>
</file>